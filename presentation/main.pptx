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188720"/>
            <a:ext cx="5029200" cy="50292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566160"/>
            <a:ext cx="3840480" cy="384048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/home/claude/ti5deck/icon-shuffl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890" y="716890"/>
            <a:ext cx="486461" cy="4864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INTERDISCIPLINAR V  ·  PUC MINAS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" y="269748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Balancer para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IA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46177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de requisições por complexidade entre modelos de IA de diferentes portes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58368" y="5623560"/>
            <a:ext cx="4206240" cy="0"/>
          </a:xfrm>
          <a:prstGeom prst="line">
            <a:avLst/>
          </a:prstGeom>
          <a:noFill/>
          <a:ln w="12700">
            <a:solidFill>
              <a:srgbClr val="3A4A7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742432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Artur Fernandes Braga de Menezes   ·   Artur Rizzi Martinho   ·   Felipe Lacerda Tertuliano   ·   Gabriel Alves da Silva Diógenes   ·   Rafael Mortimer Colares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só para tudo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IA em produção enviam toda requisição — simples ou complexa — para o mesmo modelo de grande porte.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/home/claude/ti5deck/icon-cpu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31181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308152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ineficiente de GPU/CPU em tarefas simples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77647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/home/claude/ti5deck/icon-cloc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83133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7947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latência e custo de inferência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448970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2" descr="/home/claude/ti5deck/icon-char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544568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4507992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heterogênea, capacidade subutilizada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492240" y="1600200"/>
            <a:ext cx="5029200" cy="4160520"/>
          </a:xfrm>
          <a:prstGeom prst="roundRect">
            <a:avLst>
              <a:gd name="adj" fmla="val 2637"/>
            </a:avLst>
          </a:prstGeom>
          <a:solidFill>
            <a:srgbClr val="EAF2F8"/>
          </a:solidFill>
          <a:ln/>
        </p:spPr>
      </p:sp>
      <p:sp>
        <p:nvSpPr>
          <p:cNvPr id="15" name="Shape 10"/>
          <p:cNvSpPr/>
          <p:nvPr/>
        </p:nvSpPr>
        <p:spPr>
          <a:xfrm>
            <a:off x="8001000" y="32004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/>
        </p:spPr>
      </p:sp>
      <p:sp>
        <p:nvSpPr>
          <p:cNvPr id="16" name="Text 11"/>
          <p:cNvSpPr/>
          <p:nvPr/>
        </p:nvSpPr>
        <p:spPr>
          <a:xfrm>
            <a:off x="8001000" y="32004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grande porte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949440" y="18745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949440" y="18745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curto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10149840" y="18745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0" y="18745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complexo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6766560" y="448056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766560" y="44805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Saudação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9966960" y="448056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966960" y="44805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longa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7863840" y="50749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7863840" y="507492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Tradução simples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para Modelos de IA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Rotear pela complexidade do pedido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load balancer que classifica cada prompt e o direciona ao modelo mais adequado — evitando usar um modelo grande quando um modelo leve resolve.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1645920" cy="914400"/>
          </a:xfrm>
          <a:prstGeom prst="roundRect">
            <a:avLst>
              <a:gd name="adj" fmla="val 10000"/>
            </a:avLst>
          </a:prstGeom>
          <a:solidFill>
            <a:srgbClr val="EAF2F8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089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328269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ti5deck/icon-arrowright-deep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4071" y="3350727"/>
            <a:ext cx="430865" cy="43086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429000" y="297180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065A82"/>
          </a:solidFill>
          <a:ln/>
        </p:spPr>
      </p:sp>
      <p:sp>
        <p:nvSpPr>
          <p:cNvPr id="10" name="Text 7"/>
          <p:cNvSpPr/>
          <p:nvPr/>
        </p:nvSpPr>
        <p:spPr>
          <a:xfrm>
            <a:off x="3429000" y="297180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Classificador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complexidade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06440" y="328269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home/claude/ti5deck/icon-arrowright-deep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471" y="3350727"/>
            <a:ext cx="430865" cy="430865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675120" y="2606040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03720" y="2606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AILO-152M-v2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509760" y="26060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675120" y="3246120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03720" y="324612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Qwen2.5-Coder-0.5B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9509760" y="32461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intermediário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675120" y="3886200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03720" y="388620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Phi-3.5-mini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9509760" y="388620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complexo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via Ollama  ·  orquestração em Python (FastAPI + httpx)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para Modelos de IA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trabalho pretende mostrar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21295C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/home/claude/ti5deck/icon-targe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" y="2008022"/>
            <a:ext cx="382219" cy="3822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1051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B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00200" y="2103120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Desenvolver um load balancer que direcione requisições entre modelos de IA de portes distintos, conforme sua complexidade.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6324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EAF2F8"/>
          </a:solidFill>
          <a:ln/>
        </p:spPr>
      </p:sp>
      <p:sp>
        <p:nvSpPr>
          <p:cNvPr id="10" name="Shape 7"/>
          <p:cNvSpPr/>
          <p:nvPr/>
        </p:nvSpPr>
        <p:spPr>
          <a:xfrm>
            <a:off x="841248" y="3214116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/home/claude/ti5deck/icon-gitbranch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5" y="3279953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54480" y="3063240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um classificador de prompts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63640" y="306324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EAF2F8"/>
          </a:solidFill>
          <a:ln/>
        </p:spPr>
      </p:sp>
      <p:sp>
        <p:nvSpPr>
          <p:cNvPr id="14" name="Shape 10"/>
          <p:cNvSpPr/>
          <p:nvPr/>
        </p:nvSpPr>
        <p:spPr>
          <a:xfrm>
            <a:off x="6464808" y="3214116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/home/claude/ti5deck/icon-za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3279953"/>
            <a:ext cx="416966" cy="41696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78040" y="3063240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latência média e custo de inferência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411480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EAF2F8"/>
          </a:solidFill>
          <a:ln/>
        </p:spPr>
      </p:sp>
      <p:sp>
        <p:nvSpPr>
          <p:cNvPr id="18" name="Shape 13"/>
          <p:cNvSpPr/>
          <p:nvPr/>
        </p:nvSpPr>
        <p:spPr>
          <a:xfrm>
            <a:off x="841248" y="4265676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9" name="Image 3" descr="/home/claude/ti5deck/icon-chart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5" y="4331513"/>
            <a:ext cx="416966" cy="41696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114800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baseline (um único modelo) x proposta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263640" y="411480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EAF2F8"/>
          </a:solidFill>
          <a:ln/>
        </p:spPr>
      </p:sp>
      <p:sp>
        <p:nvSpPr>
          <p:cNvPr id="22" name="Shape 16"/>
          <p:cNvSpPr/>
          <p:nvPr/>
        </p:nvSpPr>
        <p:spPr>
          <a:xfrm>
            <a:off x="6464808" y="4265676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3" name="Image 4" descr="/home/claude/ti5deck/icon-database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645" y="4331513"/>
            <a:ext cx="416966" cy="4169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4114800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uso de RAM e GPU por instância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para Modelos de IA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BIBLIOGRÁFICA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existe — e o que falta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3852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/home/claude/ti5deck/icon-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99339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254203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Kossmann et al. (2024)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41248" y="283464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 — balanceia pela carga de fila e memória do servidor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5112" y="17373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/home/claude/ti5deck/icon-boo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144" y="199339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54203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Jain et al. (2025)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26280" y="283464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Prevê tamanho da resposta entre réplicas do mesmo modelo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10144" y="17373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11312" y="193852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2" descr="/home/claude/ti5deck/icon-book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993392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11312" y="254203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et al. (2024) — Llumnix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11312" y="283464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Reagenda requisições em execução entre instâncias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40080" y="35661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1248" y="376732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1" name="Image 3" descr="/home/claude/ti5deck/icon-boo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82219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41248" y="437083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 et al. (2025) — SkyWalker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841248" y="466344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Balanceamento entre regiões geográficas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5112" y="3566160"/>
            <a:ext cx="34290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26280" y="376732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4" descr="/home/claude/ti5deck/icon-book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144" y="3822192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26280" y="4370832"/>
            <a:ext cx="3026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Yuan et al. (2026) — DualMap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26280" y="466344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 afinidade de cache com balanceamento de carga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40080" y="5532120"/>
            <a:ext cx="10799064" cy="566928"/>
          </a:xfrm>
          <a:prstGeom prst="roundRect">
            <a:avLst>
              <a:gd name="adj" fmla="val 12903"/>
            </a:avLst>
          </a:prstGeom>
          <a:solidFill>
            <a:srgbClr val="EAF2F8"/>
          </a:solidFill>
          <a:ln/>
        </p:spPr>
      </p:sp>
      <p:sp>
        <p:nvSpPr>
          <p:cNvPr id="30" name="Text 23"/>
          <p:cNvSpPr/>
          <p:nvPr/>
        </p:nvSpPr>
        <p:spPr>
          <a:xfrm>
            <a:off x="868680" y="5532120"/>
            <a:ext cx="1034186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Lacuna: nenhum classifica a complexidade do prompt para escolher entre modelos de portes diferentes.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para Modelos de IA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x proposta, em medição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3200400"/>
          </a:xfrm>
          <a:prstGeom prst="roundRect">
            <a:avLst>
              <a:gd name="adj" fmla="val 3429"/>
            </a:avLst>
          </a:prstGeom>
          <a:solidFill>
            <a:srgbClr val="EAF2F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5B6472"/>
          </a:solidFill>
          <a:ln/>
        </p:spPr>
      </p:sp>
      <p:pic>
        <p:nvPicPr>
          <p:cNvPr id="6" name="Image 0" descr="/home/claude/ti5deck/icon-databas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750" y="2117750"/>
            <a:ext cx="382219" cy="3822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756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requisições vão para o modelo de maior porte.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783080"/>
            <a:ext cx="5120640" cy="3200400"/>
          </a:xfrm>
          <a:prstGeom prst="roundRect">
            <a:avLst>
              <a:gd name="adj" fmla="val 3429"/>
            </a:avLst>
          </a:prstGeom>
          <a:solidFill>
            <a:srgbClr val="21295C"/>
          </a:solidFill>
          <a:ln/>
        </p:spPr>
      </p:sp>
      <p:sp>
        <p:nvSpPr>
          <p:cNvPr id="10" name="Shape 7"/>
          <p:cNvSpPr/>
          <p:nvPr/>
        </p:nvSpPr>
        <p:spPr>
          <a:xfrm>
            <a:off x="6400800" y="20574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/home/claude/ti5deck/icon-shuff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150" y="2117750"/>
            <a:ext cx="382219" cy="3822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40880" y="20756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400800" y="27432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LoadBalancer classifica o prompt e encaminha ao modelo mais adequado.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Latência média, P95 e P99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00800" y="40873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Uso de RAM e GPU por máquina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400800" y="447141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Identificação de outliers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para Modelos de IA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do semestre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17320" y="3520440"/>
            <a:ext cx="9372600" cy="0"/>
          </a:xfrm>
          <a:prstGeom prst="line">
            <a:avLst/>
          </a:prstGeom>
          <a:noFill/>
          <a:ln w="25400">
            <a:solidFill>
              <a:srgbClr val="D7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9304" y="3392424"/>
            <a:ext cx="256032" cy="25603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22585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e classificador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" y="262432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do Ollama e 1ª versão do LoadBalancer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32454" y="3392424"/>
            <a:ext cx="256032" cy="256032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17470" y="3840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· SEM. 3–4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17470" y="4133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e métricas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17470" y="449884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Refinamento do classificador e monitoramento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75604" y="3392424"/>
            <a:ext cx="256032" cy="25603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062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5–6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60620" y="22585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60620" y="262432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comparativos e otimização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318754" y="3392424"/>
            <a:ext cx="256032" cy="25603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03770" y="3840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7–8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03770" y="4133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escrita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303770" y="449884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com trabalhos relacionados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661904" y="3392424"/>
            <a:ext cx="256032" cy="256032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37192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· SEM. 9–10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537192" y="22585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final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537192" y="262432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comercial e submissão do artigo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para Modelos de IA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5029200" cy="50292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/home/claude/ti5deck/icon-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453896"/>
            <a:ext cx="521208" cy="5212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e discussão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58368" y="4297680"/>
            <a:ext cx="4206240" cy="0"/>
          </a:xfrm>
          <a:prstGeom prst="line">
            <a:avLst/>
          </a:prstGeom>
          <a:noFill/>
          <a:ln w="12700">
            <a:solidFill>
              <a:srgbClr val="3A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Artur Fernandes Braga de Menezes   ·   Artur Rizzi Martinho   ·   Felipe Lacerda Tertuliano   ·   Gabriel Alves da Silva Diógenes   ·   Rafael Mortimer Colares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 Minas  ·  Trabalho Interdisciplinar V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2026-09-17T21:57:11Z</dcterms:created>
  <dcterms:modified xsi:type="dcterms:W3CDTF">2026-09-17T21:57:11Z</dcterms:modified>
</cp:coreProperties>
</file>